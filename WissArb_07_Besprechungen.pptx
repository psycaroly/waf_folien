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8D8E7-34F1-9392-B912-65CC65B23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4916EF-ADFF-739F-31AF-4DCDE8DD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E89B19-B5C4-9DCB-2E8C-B6335592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2A6981-D948-6DA3-FC15-AE9AD95E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4C4D7B-E152-AE47-188A-867E5D55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220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C1E53-9902-CE19-9C80-1F39F126B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083F08-9AD8-2E34-5EB2-F51F3F851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16DCBE-6E10-DCB7-B92D-9D2EEA4A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AB648E-712F-C4DD-587E-430BFDA6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13F92C-F570-D931-A3FE-5FBFFED0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690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41971-068C-66FE-6A99-22251C862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850F9D-7E1B-1F8C-F9C8-4D9EBFBC2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9200C7-C603-B47A-1574-AC09F2A4B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8ED5D0-F779-AAC7-704A-B1284B3C6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AB53FA-6110-B822-55F0-457B76DE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671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EAF65-4BE6-89A5-D77C-21F2AD8D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DA1091-8F49-2549-66B9-E6A015957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C81BD6-4209-B108-DE5B-0B360020B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DE4EFE-73C6-DE05-3A11-12914D79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9942D7-891B-B952-C5DA-86F83E5A3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CBF20E-EC27-11F3-B438-687B6D0B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346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7320D6-FF86-9291-5A2B-D129DF74D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18DF38-A316-3F6B-46DB-2A870B200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F90D61-D9EE-D038-D038-BA9282909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833F165-F0D3-D4DD-7C3A-01F57F27B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622145C-190C-D8FF-7247-BDF9F76A4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B572649-7D4E-9CFD-F599-76E47A7AD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4F9CC93-D3FB-0C66-48E9-36B2357D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CA0C75-4B76-E4AD-C539-19CEF599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40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B493E-477D-18A3-7B1E-937B8C7F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CB84AB-3DA2-E6FD-8C44-487D63ED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600A57-8494-4855-3049-467904E82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AF5F58-E78E-F6EB-14A9-3ED8B375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44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BC75B4-C697-1DDD-BB5E-05120F7D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0AE184-75E2-8C36-6B5F-6E236903D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BD5013-A73E-202B-063A-E441311B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09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1CC4EF-FCD3-379B-CF45-8726CD69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BD7EB5-5583-E474-49FD-0D6130507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739469-7A0C-20AD-34C6-96194A502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9C1CFE-C719-45E8-68EF-9ECD32576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21EC7A-1D5D-8AC6-C7BD-D7486BA7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59FF79-0C92-597C-DDEC-E2BB8D7AA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066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FC650-06E8-E143-9AF1-0C5DB252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0AC6EA-C30A-F510-189A-BF595B26B8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E0E3A14-81D4-A1A9-0044-85DEC296E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C88DFF6-3DBC-22E5-F616-26FFFEDA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820719-F058-5534-611F-CAC9D03B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FA048D-65F3-F4BB-C32D-6EAE8102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2727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23644D-6BA4-85DF-1862-960D71457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CA1AA3F-98B3-C0FF-FD87-A2441A85D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60934B-7484-942C-FCD8-7AF1ED2F1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FDAE9C-2C42-DCE3-48BF-A8AEDB69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010892-A45F-6BCF-483B-895535CE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502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386239D-6398-1019-FBA6-5D5C13BE5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223838-99DD-66D8-E7DD-79ACBBB77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CE93B5-B847-E5C5-D06D-C588496D3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D1340B-C772-79D9-B1C1-184A11256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447A3B-B9D9-252E-AC08-854E0B14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959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84C03A-5ED8-C376-B1B0-C38A3B89C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295A45-D53D-F13E-757D-9309AA782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6E26CA-0B70-E850-E8F7-7A6C5D204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2833A-C400-4001-9EF2-687C238E5BF7}" type="datetimeFigureOut">
              <a:rPr lang="de-DE" smtClean="0"/>
              <a:t>09.12.2024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6B95F2-5BE1-35E5-4B8E-5E7A1E633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2E6E34-AFC5-C43D-27DF-707A31140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4D2B4-DD44-4312-B872-05FF3C4AFD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488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99F1BD-6E88-86F7-22CD-F18804B5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Mit folgenden Gruppen würde ich gerne sprechen: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8728C3-8F3D-EEDD-0A8E-AD4CF34C2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Bond Boost (Analyse/Poweranalyse)</a:t>
            </a:r>
          </a:p>
          <a:p>
            <a:r>
              <a:rPr lang="de-DE" dirty="0"/>
              <a:t>Pfefferkörner (Poweranalyse)</a:t>
            </a:r>
          </a:p>
          <a:p>
            <a:r>
              <a:rPr lang="de-DE" dirty="0"/>
              <a:t>Die wilden Hühner (Poweranalyse H2)</a:t>
            </a:r>
          </a:p>
          <a:p>
            <a:r>
              <a:rPr lang="de-DE" dirty="0"/>
              <a:t>Bindungsforscher (aktueller Stand)</a:t>
            </a:r>
          </a:p>
          <a:p>
            <a:r>
              <a:rPr lang="de-DE" dirty="0"/>
              <a:t>Empowerment Squad (</a:t>
            </a:r>
            <a:r>
              <a:rPr lang="de-DE" dirty="0" err="1"/>
              <a:t>formr</a:t>
            </a:r>
            <a:r>
              <a:rPr lang="de-DE" dirty="0"/>
              <a:t>) </a:t>
            </a:r>
          </a:p>
          <a:p>
            <a:r>
              <a:rPr lang="de-DE" dirty="0"/>
              <a:t>Jagoda (aktueller Stand)</a:t>
            </a:r>
          </a:p>
          <a:p>
            <a:r>
              <a:rPr lang="de-DE" dirty="0" err="1"/>
              <a:t>Siblings</a:t>
            </a:r>
            <a:r>
              <a:rPr lang="de-DE" dirty="0"/>
              <a:t> United (aktueller Stand)</a:t>
            </a:r>
          </a:p>
          <a:p>
            <a:r>
              <a:rPr lang="de-DE" dirty="0"/>
              <a:t>Aufschieberitis (Planung)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… die anderen Gruppen (2MPAW, </a:t>
            </a:r>
            <a:r>
              <a:rPr lang="de-DE" dirty="0" err="1"/>
              <a:t>Lovealytics</a:t>
            </a:r>
            <a:r>
              <a:rPr lang="de-DE" dirty="0"/>
              <a:t>, CALIMADILE, </a:t>
            </a:r>
            <a:r>
              <a:rPr lang="de-DE" dirty="0" err="1"/>
              <a:t>Forever</a:t>
            </a:r>
            <a:r>
              <a:rPr lang="de-DE" dirty="0"/>
              <a:t> CG Jung) können die Zeit nutzen, um an den Studien der anderen teilzunehmen, oder Personen für die Interventionsstudie zu rekrutieren.</a:t>
            </a:r>
          </a:p>
        </p:txBody>
      </p:sp>
    </p:spTree>
    <p:extLst>
      <p:ext uri="{BB962C8B-B14F-4D97-AF65-F5344CB8AC3E}">
        <p14:creationId xmlns:p14="http://schemas.microsoft.com/office/powerpoint/2010/main" val="20323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Mit folgenden Gruppen würde ich gerne sprechen:</vt:lpstr>
    </vt:vector>
  </TitlesOfParts>
  <Company>LMU München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Caroline Zygar-Hoffmann</dc:creator>
  <cp:lastModifiedBy>Caroline Zygar-Hoffmann</cp:lastModifiedBy>
  <cp:revision>1</cp:revision>
  <dcterms:created xsi:type="dcterms:W3CDTF">2024-12-09T14:32:32Z</dcterms:created>
  <dcterms:modified xsi:type="dcterms:W3CDTF">2024-12-09T14:45:25Z</dcterms:modified>
</cp:coreProperties>
</file>